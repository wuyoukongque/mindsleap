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截图页 1: 01 封面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截图页 2: 02 核心判断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截图页 3: 03 生态飞轮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截图页 4: 04 硅谷链接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截图页 5: 05 产业链链接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截图页 6: 06 大型活动能力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截图页 7: 07 从300到1000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截图页 8: 08 企业家 AI 俱乐部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截图页 9: 09 FDE 商业模式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截图页 10: 10 双向价值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截图页 11: 11 Hackathon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截图页 12: 12 媒体矩阵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截图页 13: 13 合作分工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截图页 14: 14 年度活动矩阵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截图页 15: 15 年度交付成果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截图页 16: 16 对青浦回报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截图页 17: 17 年度运营预算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截图页 18: 18 经费分担机制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截图页 19: 19 空间功能规划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截图页 20: 20 政策资源包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截图页 21: 21 治理与合作边界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截图页 22: 22 里程碑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截图页 23: 23 结尾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ncoln/AI projects/Decks/青浦科创/exports/screenshots-ppt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ncoln/AI projects/Decks/青浦科创/exports/screenshots-ppt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ncoln/AI projects/Decks/青浦科创/exports/screenshots-ppt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ncoln/AI projects/Decks/青浦科创/exports/screenshots-ppt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ncoln/AI projects/Decks/青浦科创/exports/screenshots-ppt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ncoln/AI projects/Decks/青浦科创/exports/screenshots-ppt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ncoln/AI projects/Decks/青浦科创/exports/screenshots-ppt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ncoln/AI projects/Decks/青浦科创/exports/screenshots-ppt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ncoln/AI projects/Decks/青浦科创/exports/screenshots-ppt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ncoln/AI projects/Decks/青浦科创/exports/screenshots-ppt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ncoln/AI projects/Decks/青浦科创/exports/screenshots-ppt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ncoln/AI projects/Decks/青浦科创/exports/screenshots-ppt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ncoln/AI projects/Decks/青浦科创/exports/screenshots-ppt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ncoln/AI projects/Decks/青浦科创/exports/screenshots-ppt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ncoln/AI projects/Decks/青浦科创/exports/screenshots-ppt/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ncoln/AI projects/Decks/青浦科创/exports/screenshots-ppt/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ncoln/AI projects/Decks/青浦科创/exports/screenshots-ppt/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ncoln/AI projects/Decks/青浦科创/exports/screenshots-ppt/slid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ncoln/AI projects/Decks/青浦科创/exports/screenshots-ppt/slide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ncoln/AI projects/Decks/青浦科创/exports/screenshots-ppt/slide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ncoln/AI projects/Decks/青浦科创/exports/screenshots-ppt/slide-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ncoln/AI projects/Decks/青浦科创/exports/screenshots-ppt/slide-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ncoln/AI projects/Decks/青浦科创/exports/screenshots-ppt/slide-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MindsLeap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青浦科创-MindsLeap合作方案-截图版</dc:title>
  <dc:subject>青浦科创 × MindsLeap AI 原生企业生态合作方案</dc:subject>
  <dc:creator>MindsLeap</dc:creator>
  <cp:lastModifiedBy>MindsLeap</cp:lastModifiedBy>
  <cp:revision>1</cp:revision>
  <dcterms:created xsi:type="dcterms:W3CDTF">2026-06-10T17:32:40Z</dcterms:created>
  <dcterms:modified xsi:type="dcterms:W3CDTF">2026-06-10T17:32:40Z</dcterms:modified>
</cp:coreProperties>
</file>